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76f1b295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76f1b295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ea1fb5565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ea1fb5565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ea1fb5565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ea1fb5565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a1fb5565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ea1fb5565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ea1fb5565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ea1fb5565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ea1fb5565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ea1fb5565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9664"/>
            <a:ext cx="9144003" cy="4804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Kubernetes NMState Operator</a:t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A</a:t>
            </a:r>
            <a:r>
              <a:rPr lang="en"/>
              <a:t> centralized and declarative host network configuration tool in a Red Hat OpenShift cluster.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Reports the node network configuration, validates configuration syntax, and applies network configuration changes </a:t>
            </a:r>
            <a:r>
              <a:rPr lang="en">
                <a:solidFill>
                  <a:srgbClr val="00FF00"/>
                </a:solidFill>
              </a:rPr>
              <a:t>without a node reboot.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Configure additional node network devices, such as Linux bridges, and use them in network attachment definitions.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resources: Managing the network configuration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NodeNetworkState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NodeNetworkConfigurationPolicy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NodeNetworkConfigurationEnactment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Network State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A node network state (NNS) resource exists on each cluster node and is periodically updated to include the state of the network for that node.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oc get nns/node-name -o yaml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type="title"/>
          </p:nvPr>
        </p:nvSpPr>
        <p:spPr>
          <a:xfrm>
            <a:off x="234675" y="2210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Network Configuration Policy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30390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A node network configuration policy (NNCP) describes the intended network configuration for OpenShift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oc get nncp nncp-name -o yaml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Mark absent in state will remove interface from node.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Network Configuration Enactment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NodeNetworkConfigurationEnactment (NNCE) object will generate for each cluster node that the policy affects by NNCP update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Reports the execution status of an applied policy and includes the defined settings that the policy enacts on each node.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In the event of a failure, the node rolls back to its prior configuration, and the NNCE provides traceback data to troubleshoot the failure.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oc get nnce nnce-name -o yaml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4900" y="3834699"/>
            <a:ext cx="3937400" cy="123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QEMU guest agent is responsible for collecting the IP addresses of the VM as well as display in webconsole.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