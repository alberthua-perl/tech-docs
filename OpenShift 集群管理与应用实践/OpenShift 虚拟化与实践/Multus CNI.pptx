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a0c3717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a0c3717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a0c37173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a0c37173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a0c37173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a0c37173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a0c37173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a0c37173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a0c37173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a0c37173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a0c37173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a0c37173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a0c37173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a0c37173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a0c37173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a0c37173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a0c37173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a0c37173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a0c37173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a0c37173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a0c37173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a0c37173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a0c37173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a0c37173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redhat.com/en/blog/using-the-multus-cni-in-openshif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Multus CNI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36325"/>
            <a:ext cx="4772400" cy="12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4"/>
              <a:buNone/>
            </a:pPr>
            <a:r>
              <a:rPr lang="en" sz="4080"/>
              <a:t>References:</a:t>
            </a:r>
            <a:endParaRPr sz="40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4"/>
              <a:buNone/>
            </a:pPr>
            <a:r>
              <a:rPr lang="en" sz="4080" u="sng">
                <a:solidFill>
                  <a:schemeClr val="hlink"/>
                </a:solidFill>
                <a:hlinkClick r:id="rId3"/>
              </a:rPr>
              <a:t>https://www.redhat.com/en/blog/using-the-multus-cni-in-openshift</a:t>
            </a:r>
            <a:endParaRPr sz="40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NETWORK INTERFACE  CNI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56750"/>
            <a:ext cx="8295300" cy="3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P</a:t>
            </a:r>
            <a:r>
              <a:rPr lang="en"/>
              <a:t>rovides a pluggable application programming interface to configure network interfaces in Linux containers.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Eg: Multus CNI (meta-plug-in)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 CNI plug-in that can run other CNI plug-ins.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Works like a wrapper that calls other CNI </a:t>
            </a:r>
            <a:r>
              <a:rPr lang="en"/>
              <a:t>plugins</a:t>
            </a:r>
            <a:r>
              <a:rPr lang="en"/>
              <a:t> for attaching multiple network interfaces to pods in OpenShift (Kubernetes).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925" y="2571750"/>
            <a:ext cx="4139924" cy="248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Configuration List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plug-ins can be configured for a single container using Network Configuration Lists.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88" y="2400263"/>
            <a:ext cx="724852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33425"/>
            <a:ext cx="82105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76950" y="1484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Configuration List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374" y="407825"/>
            <a:ext cx="4274550" cy="43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Multus Work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Additional network configurations based on Multus are managed by the Cluster Network Operator (CNO) in OpenShift.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Multus CNI is implemented through the NetworkAttachmentDefinition CR (CustomResource) being led by the Network Plumbing Working Group.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Reconciliation is facilitated according to .spec.additionalNetworks in the networks.operator.openshift.io.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Even though </a:t>
            </a:r>
            <a:r>
              <a:rPr lang="en">
                <a:solidFill>
                  <a:srgbClr val="FF0000"/>
                </a:solidFill>
              </a:rPr>
              <a:t>you can also directly create</a:t>
            </a:r>
            <a:r>
              <a:rPr lang="en"/>
              <a:t> NetworkAttachmentDefinition CR without CNO, it is </a:t>
            </a:r>
            <a:r>
              <a:rPr lang="en">
                <a:solidFill>
                  <a:srgbClr val="00FF00"/>
                </a:solidFill>
              </a:rPr>
              <a:t>recommended</a:t>
            </a:r>
            <a:r>
              <a:rPr lang="en"/>
              <a:t> that you use the CNO for the centralized management of your additional networks.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25" y="185738"/>
            <a:ext cx="7677150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Plug-ins With IPAM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CNI plug-in creates and configures network interfaces for pods.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IPAM CNI plug-in can be combined with any main plug-in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017725"/>
            <a:ext cx="88323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</a:t>
            </a:r>
            <a:r>
              <a:rPr lang="en"/>
              <a:t>cts as a network switch between multiple p</a:t>
            </a:r>
            <a:r>
              <a:rPr lang="en"/>
              <a:t>ods on the same node host.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bridge interface is created that does not link any physical host interface.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 connections to any external networks including other pods on the other nodes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650" y="2379226"/>
            <a:ext cx="6641475" cy="24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Host-device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234700" y="1080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Configure an additional host-device network to enable pods access to a physical Ethernet network device on the host 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000" y="1881598"/>
            <a:ext cx="5764625" cy="30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pvlan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Configure an additional IPVLAN-based network to enable pods on a host to have different IP addresses with the same MAC address as the host's physical device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450" y="2015498"/>
            <a:ext cx="5996050" cy="30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Macvlan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Configure an additional MACVLAN-based network to enable pods on a host to communicate with other hosts and their pods by using a physical network interface.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Unique </a:t>
            </a:r>
            <a:r>
              <a:rPr lang="en"/>
              <a:t>Mac 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8825" y="2131048"/>
            <a:ext cx="5712551" cy="29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Plug-ins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 Plug-ins usually set attributes of interfaces not handling the primary interface directly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00" y="1960250"/>
            <a:ext cx="819150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