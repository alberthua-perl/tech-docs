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g2e998968252_0_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e998968252_0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61"/>
        <p:cNvGrpSpPr/>
        <p:nvPr/>
      </p:nvGrpSpPr>
      <p:grpSpPr>
        <a:xfrm>
          <a:off x="0" y="0"/>
          <a:ext cx="0" cy="0"/>
          <a:chOff x="0" y="0"/>
          <a:chExt cx="0" cy="0"/>
        </a:xfrm>
      </p:grpSpPr>
      <p:sp>
        <p:nvSpPr>
          <p:cNvPr id="62" name="Google Shape;62;g2e998968252_0_6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e998968252_0_6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g2e998968252_0_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e998968252_0_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g2e998968252_0_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998968252_0_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g2e998968252_0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e998968252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g2e998968252_0_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e998968252_0_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g2e998968252_0_1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e998968252_0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g2e998968252_0_1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e998968252_0_1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2e998968252_0_1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e998968252_0_1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Basics of Virtualization</a:t>
            </a:r>
            <a:endParaRPr lang="en-GB"/>
          </a:p>
        </p:txBody>
      </p:sp>
      <p:sp>
        <p:nvSpPr>
          <p:cNvPr id="55" name="Google Shape;55;p13"/>
          <p:cNvSpPr txBox="1"/>
          <p:nvPr>
            <p:ph type="subTitle" idx="1"/>
          </p:nvPr>
        </p:nvSpPr>
        <p:spPr>
          <a:xfrm>
            <a:off x="311785" y="414317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1000"/>
              <a:t>https://cloudzy.com/blog/qemu-vs-kvm/</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just" rtl="0">
              <a:spcBef>
                <a:spcPts val="0"/>
              </a:spcBef>
              <a:spcAft>
                <a:spcPts val="0"/>
              </a:spcAft>
              <a:buNone/>
            </a:pPr>
            <a:r>
              <a:rPr lang="en-GB"/>
              <a:t>What Is a Hypervisor?</a:t>
            </a:r>
            <a:endParaRPr lang="en-GB"/>
          </a:p>
          <a:p>
            <a:pPr marL="0" lvl="0" indent="0" algn="just" rtl="0">
              <a:spcBef>
                <a:spcPts val="0"/>
              </a:spcBef>
              <a:spcAft>
                <a:spcPts val="0"/>
              </a:spcAft>
              <a:buNone/>
            </a:pPr>
          </a:p>
          <a:p>
            <a:pPr marL="457200" lvl="0" indent="-375920" algn="just" rtl="0">
              <a:spcBef>
                <a:spcPts val="0"/>
              </a:spcBef>
              <a:spcAft>
                <a:spcPts val="0"/>
              </a:spcAft>
              <a:buSzPct val="100000"/>
              <a:buChar char="❏"/>
            </a:pPr>
            <a:r>
              <a:rPr lang="en-GB" sz="2575"/>
              <a:t>A hypervisor is a technical process that creates a divider between the host’s hardware components and a computer’s operating system.</a:t>
            </a:r>
            <a:endParaRPr sz="2575"/>
          </a:p>
          <a:p>
            <a:pPr marL="457200" lvl="0" indent="-375920" algn="just" rtl="0">
              <a:spcBef>
                <a:spcPts val="0"/>
              </a:spcBef>
              <a:spcAft>
                <a:spcPts val="0"/>
              </a:spcAft>
              <a:buSzPct val="100000"/>
              <a:buChar char="❏"/>
            </a:pPr>
            <a:r>
              <a:rPr lang="en-GB" sz="2575"/>
              <a:t>Type-1 hypervisor, mostly known as a bare-metal hypervisor, is in charge of executing commands on the host’s hardware. </a:t>
            </a:r>
            <a:endParaRPr sz="2575"/>
          </a:p>
          <a:p>
            <a:pPr marL="457200" lvl="0" indent="-375920" algn="just" rtl="0">
              <a:spcBef>
                <a:spcPts val="0"/>
              </a:spcBef>
              <a:spcAft>
                <a:spcPts val="0"/>
              </a:spcAft>
              <a:buSzPct val="100000"/>
              <a:buChar char="❏"/>
            </a:pPr>
            <a:r>
              <a:rPr lang="en-GB" sz="2575"/>
              <a:t>Type-2 hypervisor, known as a hosted hypervisor, creates virtual environments on multiple devices while running on a conventional operating system.</a:t>
            </a:r>
            <a:endParaRPr sz="2575"/>
          </a:p>
          <a:p>
            <a:pPr marL="0" lvl="0" indent="0" algn="just" rtl="0">
              <a:spcBef>
                <a:spcPts val="0"/>
              </a:spcBef>
              <a:spcAft>
                <a:spcPts val="0"/>
              </a:spcAft>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1828800" lvl="0" indent="457200" algn="l" rtl="0">
              <a:spcBef>
                <a:spcPts val="0"/>
              </a:spcBef>
              <a:spcAft>
                <a:spcPts val="0"/>
              </a:spcAft>
              <a:buNone/>
            </a:pPr>
            <a:r>
              <a:rPr lang="en-GB"/>
              <a:t>QEMU Vs KVM</a:t>
            </a:r>
            <a:endParaRPr lang="en-GB"/>
          </a:p>
        </p:txBody>
      </p:sp>
      <p:pic>
        <p:nvPicPr>
          <p:cNvPr id="66" name="Google Shape;66;p15"/>
          <p:cNvPicPr preferRelativeResize="0"/>
          <p:nvPr/>
        </p:nvPicPr>
        <p:blipFill>
          <a:blip r:embed="rId1"/>
          <a:stretch>
            <a:fillRect/>
          </a:stretch>
        </p:blipFill>
        <p:spPr>
          <a:xfrm>
            <a:off x="2289225" y="1256750"/>
            <a:ext cx="4219575" cy="2952750"/>
          </a:xfrm>
          <a:prstGeom prst="rect">
            <a:avLst/>
          </a:prstGeom>
          <a:noFill/>
          <a:ln>
            <a:noFill/>
          </a:ln>
        </p:spPr>
      </p:pic>
      <p:sp>
        <p:nvSpPr>
          <p:cNvPr id="67" name="Google Shape;67;p15"/>
          <p:cNvSpPr txBox="1"/>
          <p:nvPr/>
        </p:nvSpPr>
        <p:spPr>
          <a:xfrm>
            <a:off x="154000" y="4292875"/>
            <a:ext cx="828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dk1"/>
                </a:solidFill>
              </a:rPr>
              <a:t>KVM is a type-1 hypervisor, and QEMU is a type-2 hypervisor</a:t>
            </a:r>
            <a:endParaRPr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QEMU?</a:t>
            </a:r>
            <a:endParaRPr lang="en-GB"/>
          </a:p>
          <a:p>
            <a:pPr marL="0" lvl="0" indent="0" algn="l" rtl="0">
              <a:spcBef>
                <a:spcPts val="0"/>
              </a:spcBef>
              <a:spcAft>
                <a:spcPts val="0"/>
              </a:spcAft>
              <a:buNone/>
            </a:pPr>
          </a:p>
          <a:p>
            <a:pPr marL="0" lvl="0" indent="0" algn="l" rtl="0">
              <a:spcBef>
                <a:spcPts val="0"/>
              </a:spcBef>
              <a:spcAft>
                <a:spcPts val="0"/>
              </a:spcAft>
              <a:buNone/>
            </a:pPr>
          </a:p>
        </p:txBody>
      </p:sp>
      <p:sp>
        <p:nvSpPr>
          <p:cNvPr id="73" name="Google Shape;73;p16"/>
          <p:cNvSpPr txBox="1"/>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just" rtl="0">
              <a:spcBef>
                <a:spcPts val="0"/>
              </a:spcBef>
              <a:spcAft>
                <a:spcPts val="0"/>
              </a:spcAft>
              <a:buSzPts val="1800"/>
              <a:buChar char="❏"/>
            </a:pPr>
            <a:r>
              <a:rPr lang="en-GB"/>
              <a:t>QEMU is short for Quick Emulator and is open-source virtualization software that can emulate CPUs and hardware. </a:t>
            </a:r>
            <a:endParaRPr lang="en-GB"/>
          </a:p>
          <a:p>
            <a:pPr marL="457200" lvl="0" indent="-342900" algn="just" rtl="0">
              <a:spcBef>
                <a:spcPts val="0"/>
              </a:spcBef>
              <a:spcAft>
                <a:spcPts val="0"/>
              </a:spcAft>
              <a:buSzPts val="1800"/>
              <a:buChar char="❏"/>
            </a:pPr>
            <a:r>
              <a:rPr lang="en-GB"/>
              <a:t>QEMU can run operating systems and applications that are not compatible with your host operating system hardware platform. </a:t>
            </a:r>
            <a:endParaRPr lang="en-GB"/>
          </a:p>
          <a:p>
            <a:pPr marL="457200" lvl="0" indent="-342900" algn="just" rtl="0">
              <a:spcBef>
                <a:spcPts val="0"/>
              </a:spcBef>
              <a:spcAft>
                <a:spcPts val="0"/>
              </a:spcAft>
              <a:buSzPts val="1800"/>
              <a:buChar char="❏"/>
            </a:pPr>
            <a:r>
              <a:rPr lang="en-GB"/>
              <a:t>A hardware virtualization tool that can enhance your virtual machine performance.</a:t>
            </a:r>
            <a:endParaRPr lang="en-GB"/>
          </a:p>
          <a:p>
            <a:pPr marL="457200" lvl="0" indent="-342900" algn="just" rtl="0">
              <a:spcBef>
                <a:spcPts val="0"/>
              </a:spcBef>
              <a:spcAft>
                <a:spcPts val="0"/>
              </a:spcAft>
              <a:buSzPts val="1800"/>
              <a:buChar char="❏"/>
            </a:pPr>
            <a:r>
              <a:rPr lang="en-GB"/>
              <a:t>QEMU runs on both Windows and Linux</a:t>
            </a:r>
            <a:endParaRPr lang="en-GB"/>
          </a:p>
          <a:p>
            <a:pPr marL="457200" lvl="0" indent="-342900" algn="just" rtl="0">
              <a:spcBef>
                <a:spcPts val="0"/>
              </a:spcBef>
              <a:spcAft>
                <a:spcPts val="0"/>
              </a:spcAft>
              <a:buSzPts val="1800"/>
              <a:buChar char="❏"/>
            </a:pPr>
            <a:r>
              <a:rPr lang="en-GB"/>
              <a:t>KVM runs only on Linux-based host OS.</a:t>
            </a:r>
            <a:endParaRPr lang="en-GB"/>
          </a:p>
          <a:p>
            <a:pPr marL="0" lvl="0" indent="0" algn="l" rtl="0">
              <a:spcBef>
                <a:spcPts val="1200"/>
              </a:spcBef>
              <a:spcAft>
                <a:spcPts val="0"/>
              </a:spcAft>
              <a:buNone/>
            </a:pPr>
          </a:p>
          <a:p>
            <a:pPr marL="0" lvl="0" indent="0" algn="l" rtl="0">
              <a:spcBef>
                <a:spcPts val="1200"/>
              </a:spcBef>
              <a:spcAft>
                <a:spcPts val="1200"/>
              </a:spcAft>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KVM?</a:t>
            </a:r>
            <a:endParaRPr lang="en-GB"/>
          </a:p>
        </p:txBody>
      </p:sp>
      <p:sp>
        <p:nvSpPr>
          <p:cNvPr id="79" name="Google Shape;79;p17"/>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en-GB"/>
              <a:t>KVM is short for Kernel-based Virtual Machine that turns your Linux system into a type-1 (bare-metal) hypervisor. </a:t>
            </a:r>
            <a:endParaRPr lang="en-GB"/>
          </a:p>
          <a:p>
            <a:pPr marL="457200" lvl="0" indent="-342900" algn="just" rtl="0">
              <a:spcBef>
                <a:spcPts val="0"/>
              </a:spcBef>
              <a:spcAft>
                <a:spcPts val="0"/>
              </a:spcAft>
              <a:buSzPts val="1800"/>
              <a:buChar char="❏"/>
            </a:pPr>
            <a:r>
              <a:rPr lang="en-GB"/>
              <a:t>KVM allows you to create isolated virtual environments, and since it’s built into Linux operating system code, it has all the features that come with the Linux kernel. </a:t>
            </a:r>
            <a:endParaRPr lang="en-GB"/>
          </a:p>
          <a:p>
            <a:pPr marL="457200" lvl="0" indent="0" algn="just" rtl="0">
              <a:spcBef>
                <a:spcPts val="1200"/>
              </a:spcBef>
              <a:spcAft>
                <a:spcPts val="1200"/>
              </a:spcAft>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Why QEMU along KVM? </a:t>
            </a:r>
            <a:endParaRPr lang="en-GB"/>
          </a:p>
        </p:txBody>
      </p:sp>
      <p:sp>
        <p:nvSpPr>
          <p:cNvPr id="85" name="Google Shape;85;p18"/>
          <p:cNvSpPr txBox="1"/>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just" rtl="0">
              <a:spcBef>
                <a:spcPts val="0"/>
              </a:spcBef>
              <a:spcAft>
                <a:spcPts val="0"/>
              </a:spcAft>
              <a:buSzPts val="1800"/>
              <a:buChar char="❏"/>
            </a:pPr>
            <a:r>
              <a:rPr lang="en-GB"/>
              <a:t>KVM acts as an outer guard that monitors QEMU executions to make sure the performance level is at its highest. </a:t>
            </a:r>
            <a:endParaRPr lang="en-GB"/>
          </a:p>
          <a:p>
            <a:pPr marL="457200" lvl="0" indent="-342900" algn="just" rtl="0">
              <a:spcBef>
                <a:spcPts val="0"/>
              </a:spcBef>
              <a:spcAft>
                <a:spcPts val="0"/>
              </a:spcAft>
              <a:buSzPts val="1800"/>
              <a:buChar char="❏"/>
            </a:pPr>
            <a:r>
              <a:rPr lang="en-GB"/>
              <a:t>But how does KVM enhance performance, you may ask? </a:t>
            </a:r>
            <a:endParaRPr lang="en-GB"/>
          </a:p>
          <a:p>
            <a:pPr marL="914400" lvl="1" indent="-317500" algn="just" rtl="0">
              <a:spcBef>
                <a:spcPts val="0"/>
              </a:spcBef>
              <a:spcAft>
                <a:spcPts val="0"/>
              </a:spcAft>
              <a:buSzPts val="1400"/>
              <a:buChar char="❏"/>
            </a:pPr>
            <a:r>
              <a:rPr lang="en-GB"/>
              <a:t>Imagine you partition the CPU to make a virtual CPU for your virtual environment. By providing hardware-assisted virtualization, KVM allows mapping between the vCPU and the actual CPU. This way, all the tasks that are delegated to vCPU get executed on one tiny slice of the physical CPU. </a:t>
            </a:r>
            <a:endParaRPr lang="en-GB"/>
          </a:p>
          <a:p>
            <a:pPr marL="457200" lvl="0" indent="-342900" algn="just" rtl="0">
              <a:spcBef>
                <a:spcPts val="0"/>
              </a:spcBef>
              <a:spcAft>
                <a:spcPts val="0"/>
              </a:spcAft>
              <a:buSzPts val="1800"/>
              <a:buChar char="❏"/>
            </a:pPr>
            <a:r>
              <a:rPr lang="en-GB"/>
              <a:t>KVM runs as a Linux kernel module. That’s how it can offer hardware-assisted virtualization and not sacrifice performance.</a:t>
            </a:r>
            <a:endParaRPr lang="en-GB"/>
          </a:p>
          <a:p>
            <a:pPr marL="0" lvl="0" indent="0" algn="l" rtl="0">
              <a:spcBef>
                <a:spcPts val="1200"/>
              </a:spcBef>
              <a:spcAft>
                <a:spcPts val="0"/>
              </a:spcAft>
              <a:buNone/>
            </a:pPr>
          </a:p>
          <a:p>
            <a:pPr marL="0" lvl="0" indent="0" algn="l" rtl="0">
              <a:spcBef>
                <a:spcPts val="1200"/>
              </a:spcBef>
              <a:spcAft>
                <a:spcPts val="1200"/>
              </a:spcAft>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KVM vs QEMU; which is faster?</a:t>
            </a:r>
            <a:endParaRPr lang="en-GB"/>
          </a:p>
        </p:txBody>
      </p:sp>
      <p:sp>
        <p:nvSpPr>
          <p:cNvPr id="91" name="Google Shape;91;p19"/>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en-GB"/>
              <a:t>KVM is faster, but this is not the only feature you should consider. </a:t>
            </a:r>
            <a:endParaRPr lang="en-GB"/>
          </a:p>
          <a:p>
            <a:pPr marL="457200" lvl="0" indent="-342900" algn="just" rtl="0">
              <a:spcBef>
                <a:spcPts val="0"/>
              </a:spcBef>
              <a:spcAft>
                <a:spcPts val="0"/>
              </a:spcAft>
              <a:buSzPts val="1800"/>
              <a:buChar char="❏"/>
            </a:pPr>
            <a:r>
              <a:rPr lang="en-GB"/>
              <a:t>The best virtualization solution is fast, secure, reliable, scalable, and cost-effective. </a:t>
            </a:r>
            <a:endParaRPr lang="en-GB"/>
          </a:p>
          <a:p>
            <a:pPr marL="457200" lvl="0" indent="-342900" algn="just" rtl="0">
              <a:spcBef>
                <a:spcPts val="0"/>
              </a:spcBef>
              <a:spcAft>
                <a:spcPts val="0"/>
              </a:spcAft>
              <a:buSzPts val="1800"/>
              <a:buChar char="❏"/>
            </a:pPr>
            <a:r>
              <a:rPr lang="en-GB"/>
              <a:t>If you are looking for the perfect virtualization package for your VM, use them both</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Is QEMU required for KVM?</a:t>
            </a:r>
            <a:endParaRPr lang="en-GB"/>
          </a:p>
          <a:p>
            <a:pPr marL="0" lvl="0" indent="0" algn="l" rtl="0">
              <a:spcBef>
                <a:spcPts val="0"/>
              </a:spcBef>
              <a:spcAft>
                <a:spcPts val="0"/>
              </a:spcAft>
              <a:buNone/>
            </a:pPr>
          </a:p>
          <a:p>
            <a:pPr marL="0" lvl="0" indent="0" algn="l" rtl="0">
              <a:spcBef>
                <a:spcPts val="0"/>
              </a:spcBef>
              <a:spcAft>
                <a:spcPts val="0"/>
              </a:spcAft>
              <a:buNone/>
            </a:pPr>
          </a:p>
        </p:txBody>
      </p:sp>
      <p:sp>
        <p:nvSpPr>
          <p:cNvPr id="97" name="Google Shape;97;p20"/>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en-GB"/>
              <a:t>KVM is a Linux-based full virtualization solution, so you can definitely use it without QEMU. </a:t>
            </a:r>
            <a:endParaRPr lang="en-GB"/>
          </a:p>
          <a:p>
            <a:pPr marL="457200" lvl="0" indent="-342900" algn="just" rtl="0">
              <a:spcBef>
                <a:spcPts val="0"/>
              </a:spcBef>
              <a:spcAft>
                <a:spcPts val="0"/>
              </a:spcAft>
              <a:buSzPts val="1800"/>
              <a:buChar char="❏"/>
            </a:pPr>
            <a:r>
              <a:rPr lang="en-GB"/>
              <a:t>However, if you are looking for a powerful type-1 hypervisor that provides better performance and stability, using KVM and QEMU together is your best bet.</a:t>
            </a:r>
            <a:endParaRPr lang="en-GB"/>
          </a:p>
          <a:p>
            <a:pPr marL="0" lvl="0" indent="0" algn="l" rtl="0">
              <a:spcBef>
                <a:spcPts val="1200"/>
              </a:spcBef>
              <a:spcAft>
                <a:spcPts val="0"/>
              </a:spcAft>
              <a:buNone/>
            </a:pPr>
          </a:p>
          <a:p>
            <a:pPr marL="0" lvl="0" indent="0" algn="l" rtl="0">
              <a:spcBef>
                <a:spcPts val="1200"/>
              </a:spcBef>
              <a:spcAft>
                <a:spcPts val="1200"/>
              </a:spcAft>
              <a:buNone/>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Can QEMU work without KVM?</a:t>
            </a:r>
            <a:endParaRPr lang="en-GB"/>
          </a:p>
        </p:txBody>
      </p:sp>
      <p:sp>
        <p:nvSpPr>
          <p:cNvPr id="103" name="Google Shape;103;p21"/>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en-GB"/>
              <a:t>Yes. </a:t>
            </a:r>
            <a:endParaRPr lang="en-GB"/>
          </a:p>
          <a:p>
            <a:pPr marL="457200" lvl="0" indent="-342900" algn="just" rtl="0">
              <a:spcBef>
                <a:spcPts val="0"/>
              </a:spcBef>
              <a:spcAft>
                <a:spcPts val="0"/>
              </a:spcAft>
              <a:buSzPts val="1800"/>
              <a:buChar char="❏"/>
            </a:pPr>
            <a:r>
              <a:rPr lang="en-GB"/>
              <a:t>KVM and QEMU are entirely independent of each other. </a:t>
            </a:r>
            <a:endParaRPr lang="en-GB"/>
          </a:p>
          <a:p>
            <a:pPr marL="457200" lvl="0" indent="-342900" algn="just" rtl="0">
              <a:spcBef>
                <a:spcPts val="0"/>
              </a:spcBef>
              <a:spcAft>
                <a:spcPts val="0"/>
              </a:spcAft>
              <a:buSzPts val="1800"/>
              <a:buChar char="❏"/>
            </a:pPr>
            <a:r>
              <a:rPr lang="en-GB"/>
              <a:t>If you use KVM to run QEMU, you won’t have to worry about execution failures on the host CPU.</a:t>
            </a:r>
            <a:endParaRPr lang="en-GB"/>
          </a:p>
          <a:p>
            <a:pPr marL="0" lvl="0" indent="0" algn="l" rtl="0">
              <a:spcBef>
                <a:spcPts val="1200"/>
              </a:spcBef>
              <a:spcAft>
                <a:spcPts val="0"/>
              </a:spcAft>
              <a:buNone/>
            </a:pPr>
          </a:p>
          <a:p>
            <a:pPr marL="0" lvl="0" indent="0" algn="l" rtl="0">
              <a:spcBef>
                <a:spcPts val="1200"/>
              </a:spcBef>
              <a:spcAft>
                <a:spcPts val="1200"/>
              </a:spcAft>
              <a:buNone/>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pic>
        <p:nvPicPr>
          <p:cNvPr id="108" name="Google Shape;108;p22"/>
          <p:cNvPicPr preferRelativeResize="0"/>
          <p:nvPr/>
        </p:nvPicPr>
        <p:blipFill>
          <a:blip r:embed="rId1"/>
          <a:stretch>
            <a:fillRect/>
          </a:stretch>
        </p:blipFill>
        <p:spPr>
          <a:xfrm>
            <a:off x="1800225" y="733425"/>
            <a:ext cx="5543550" cy="3676650"/>
          </a:xfrm>
          <a:prstGeom prst="rect">
            <a:avLst/>
          </a:prstGeom>
          <a:noFill/>
          <a:ln>
            <a:noFill/>
          </a:ln>
        </p:spPr>
      </p:pic>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2559</Words>
  <Application>WPS 演示</Application>
  <PresentationFormat/>
  <Paragraphs>65</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vt:lpstr>
      <vt:lpstr>宋体</vt:lpstr>
      <vt:lpstr>Wingdings</vt:lpstr>
      <vt:lpstr>Arial</vt:lpstr>
      <vt:lpstr>微软雅黑</vt:lpstr>
      <vt:lpstr>Arial Unicode MS</vt:lpstr>
      <vt:lpstr>Simple Dark</vt:lpstr>
      <vt:lpstr>Basics of Virtualization</vt:lpstr>
      <vt:lpstr>Type-2 hypervisor, known as a hosted hypervisor, creates virtual environments on multiple devices while running on a conventional operating system.</vt:lpstr>
      <vt:lpstr>QEMU Vs KVM</vt:lpstr>
      <vt:lpstr>What is QEMU?</vt:lpstr>
      <vt:lpstr>What is KVM?</vt:lpstr>
      <vt:lpstr>Why QEMU along KVM? </vt:lpstr>
      <vt:lpstr>KVM vs QEMU; which is faster?</vt:lpstr>
      <vt:lpstr>Is QEMU required for KVM?</vt:lpstr>
      <vt:lpstr>Can QEMU work without KVM?</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Virtualization</dc:title>
  <dc:creator/>
  <cp:lastModifiedBy>Alberthua</cp:lastModifiedBy>
  <cp:revision>1</cp:revision>
  <dcterms:created xsi:type="dcterms:W3CDTF">2026-10-21T01:14:46Z</dcterms:created>
  <dcterms:modified xsi:type="dcterms:W3CDTF">2026-10-21T01:14:46Z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A400CBF7F39E41CCB1A885F91547A13B_12</vt:lpwstr>
  </property>
</Properties>
</file>